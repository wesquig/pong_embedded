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embeddedFontLst>
    <p:embeddedFont>
      <p:font typeface="Old Standard TT"/>
      <p:regular r:id="rId14"/>
      <p:bold r:id="rId15"/>
      <p:italic r:id="rId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OldStandardTT-bold.fntdata"/><Relationship Id="rId14" Type="http://schemas.openxmlformats.org/officeDocument/2006/relationships/font" Target="fonts/OldStandardTT-regular.fntdata"/><Relationship Id="rId16" Type="http://schemas.openxmlformats.org/officeDocument/2006/relationships/font" Target="fonts/OldStandardTT-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51f8963aa7_0_3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51f8963aa7_0_3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51f8963aa7_0_3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51f8963aa7_0_3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51f8963aa7_0_3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51f8963aa7_0_3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51f8963aa7_0_3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51f8963aa7_0_3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51f8963aa7_0_3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51f8963aa7_0_3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51f8963aa7_0_3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51f8963aa7_0_3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51f8963aa7_0_3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51f8963aa7_0_3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0" y="100"/>
            <a:ext cx="9144000" cy="1711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 name="Google Shape;11;p2"/>
          <p:cNvCxnSpPr/>
          <p:nvPr/>
        </p:nvCxnSpPr>
        <p:spPr>
          <a:xfrm>
            <a:off x="641934" y="3597500"/>
            <a:ext cx="390300" cy="0"/>
          </a:xfrm>
          <a:prstGeom prst="straightConnector1">
            <a:avLst/>
          </a:prstGeom>
          <a:noFill/>
          <a:ln cap="flat" cmpd="sng" w="28575">
            <a:solidFill>
              <a:schemeClr val="accent1"/>
            </a:solidFill>
            <a:prstDash val="solid"/>
            <a:round/>
            <a:headEnd len="sm" w="sm" type="none"/>
            <a:tailEnd len="sm" w="sm" type="none"/>
          </a:ln>
        </p:spPr>
      </p:cxnSp>
      <p:sp>
        <p:nvSpPr>
          <p:cNvPr id="12" name="Google Shape;12;p2"/>
          <p:cNvSpPr txBox="1"/>
          <p:nvPr>
            <p:ph type="ctrTitle"/>
          </p:nvPr>
        </p:nvSpPr>
        <p:spPr>
          <a:xfrm>
            <a:off x="512700" y="1893300"/>
            <a:ext cx="8118600" cy="1522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accent1"/>
              </a:buClr>
              <a:buSzPts val="4200"/>
              <a:buNone/>
              <a:defRPr sz="4200">
                <a:solidFill>
                  <a:schemeClr val="accent1"/>
                </a:solidFill>
              </a:defRPr>
            </a:lvl1pPr>
            <a:lvl2pPr lvl="1">
              <a:spcBef>
                <a:spcPts val="0"/>
              </a:spcBef>
              <a:spcAft>
                <a:spcPts val="0"/>
              </a:spcAft>
              <a:buClr>
                <a:schemeClr val="accent1"/>
              </a:buClr>
              <a:buSzPts val="4200"/>
              <a:buNone/>
              <a:defRPr sz="4200">
                <a:solidFill>
                  <a:schemeClr val="accent1"/>
                </a:solidFill>
              </a:defRPr>
            </a:lvl2pPr>
            <a:lvl3pPr lvl="2">
              <a:spcBef>
                <a:spcPts val="0"/>
              </a:spcBef>
              <a:spcAft>
                <a:spcPts val="0"/>
              </a:spcAft>
              <a:buClr>
                <a:schemeClr val="accent1"/>
              </a:buClr>
              <a:buSzPts val="4200"/>
              <a:buNone/>
              <a:defRPr sz="4200">
                <a:solidFill>
                  <a:schemeClr val="accent1"/>
                </a:solidFill>
              </a:defRPr>
            </a:lvl3pPr>
            <a:lvl4pPr lvl="3">
              <a:spcBef>
                <a:spcPts val="0"/>
              </a:spcBef>
              <a:spcAft>
                <a:spcPts val="0"/>
              </a:spcAft>
              <a:buClr>
                <a:schemeClr val="accent1"/>
              </a:buClr>
              <a:buSzPts val="4200"/>
              <a:buNone/>
              <a:defRPr sz="4200">
                <a:solidFill>
                  <a:schemeClr val="accent1"/>
                </a:solidFill>
              </a:defRPr>
            </a:lvl4pPr>
            <a:lvl5pPr lvl="4">
              <a:spcBef>
                <a:spcPts val="0"/>
              </a:spcBef>
              <a:spcAft>
                <a:spcPts val="0"/>
              </a:spcAft>
              <a:buClr>
                <a:schemeClr val="accent1"/>
              </a:buClr>
              <a:buSzPts val="4200"/>
              <a:buNone/>
              <a:defRPr sz="4200">
                <a:solidFill>
                  <a:schemeClr val="accent1"/>
                </a:solidFill>
              </a:defRPr>
            </a:lvl5pPr>
            <a:lvl6pPr lvl="5">
              <a:spcBef>
                <a:spcPts val="0"/>
              </a:spcBef>
              <a:spcAft>
                <a:spcPts val="0"/>
              </a:spcAft>
              <a:buClr>
                <a:schemeClr val="accent1"/>
              </a:buClr>
              <a:buSzPts val="4200"/>
              <a:buNone/>
              <a:defRPr sz="4200">
                <a:solidFill>
                  <a:schemeClr val="accent1"/>
                </a:solidFill>
              </a:defRPr>
            </a:lvl6pPr>
            <a:lvl7pPr lvl="6">
              <a:spcBef>
                <a:spcPts val="0"/>
              </a:spcBef>
              <a:spcAft>
                <a:spcPts val="0"/>
              </a:spcAft>
              <a:buClr>
                <a:schemeClr val="accent1"/>
              </a:buClr>
              <a:buSzPts val="4200"/>
              <a:buNone/>
              <a:defRPr sz="4200">
                <a:solidFill>
                  <a:schemeClr val="accent1"/>
                </a:solidFill>
              </a:defRPr>
            </a:lvl7pPr>
            <a:lvl8pPr lvl="7">
              <a:spcBef>
                <a:spcPts val="0"/>
              </a:spcBef>
              <a:spcAft>
                <a:spcPts val="0"/>
              </a:spcAft>
              <a:buClr>
                <a:schemeClr val="accent1"/>
              </a:buClr>
              <a:buSzPts val="4200"/>
              <a:buNone/>
              <a:defRPr sz="4200">
                <a:solidFill>
                  <a:schemeClr val="accent1"/>
                </a:solidFill>
              </a:defRPr>
            </a:lvl8pPr>
            <a:lvl9pPr lvl="8">
              <a:spcBef>
                <a:spcPts val="0"/>
              </a:spcBef>
              <a:spcAft>
                <a:spcPts val="0"/>
              </a:spcAft>
              <a:buClr>
                <a:schemeClr val="accent1"/>
              </a:buClr>
              <a:buSzPts val="4200"/>
              <a:buNone/>
              <a:defRPr sz="4200">
                <a:solidFill>
                  <a:schemeClr val="accent1"/>
                </a:solidFill>
              </a:defRPr>
            </a:lvl9pPr>
          </a:lstStyle>
          <a:p/>
        </p:txBody>
      </p:sp>
      <p:sp>
        <p:nvSpPr>
          <p:cNvPr id="13" name="Google Shape;13;p2"/>
          <p:cNvSpPr txBox="1"/>
          <p:nvPr>
            <p:ph idx="1" type="subTitle"/>
          </p:nvPr>
        </p:nvSpPr>
        <p:spPr>
          <a:xfrm>
            <a:off x="512700" y="3840639"/>
            <a:ext cx="8118600" cy="7875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accent2"/>
              </a:buClr>
              <a:buSzPts val="2400"/>
              <a:buNone/>
              <a:defRPr sz="2400">
                <a:solidFill>
                  <a:schemeClr val="accent2"/>
                </a:solidFill>
              </a:defRPr>
            </a:lvl1pPr>
            <a:lvl2pPr lvl="1">
              <a:lnSpc>
                <a:spcPct val="100000"/>
              </a:lnSpc>
              <a:spcBef>
                <a:spcPts val="0"/>
              </a:spcBef>
              <a:spcAft>
                <a:spcPts val="0"/>
              </a:spcAft>
              <a:buClr>
                <a:schemeClr val="accent2"/>
              </a:buClr>
              <a:buSzPts val="2400"/>
              <a:buNone/>
              <a:defRPr sz="2400">
                <a:solidFill>
                  <a:schemeClr val="accent2"/>
                </a:solidFill>
              </a:defRPr>
            </a:lvl2pPr>
            <a:lvl3pPr lvl="2">
              <a:lnSpc>
                <a:spcPct val="100000"/>
              </a:lnSpc>
              <a:spcBef>
                <a:spcPts val="0"/>
              </a:spcBef>
              <a:spcAft>
                <a:spcPts val="0"/>
              </a:spcAft>
              <a:buClr>
                <a:schemeClr val="accent2"/>
              </a:buClr>
              <a:buSzPts val="2400"/>
              <a:buNone/>
              <a:defRPr sz="2400">
                <a:solidFill>
                  <a:schemeClr val="accent2"/>
                </a:solidFill>
              </a:defRPr>
            </a:lvl3pPr>
            <a:lvl4pPr lvl="3">
              <a:lnSpc>
                <a:spcPct val="100000"/>
              </a:lnSpc>
              <a:spcBef>
                <a:spcPts val="0"/>
              </a:spcBef>
              <a:spcAft>
                <a:spcPts val="0"/>
              </a:spcAft>
              <a:buClr>
                <a:schemeClr val="accent2"/>
              </a:buClr>
              <a:buSzPts val="2400"/>
              <a:buNone/>
              <a:defRPr sz="2400">
                <a:solidFill>
                  <a:schemeClr val="accent2"/>
                </a:solidFill>
              </a:defRPr>
            </a:lvl4pPr>
            <a:lvl5pPr lvl="4">
              <a:lnSpc>
                <a:spcPct val="100000"/>
              </a:lnSpc>
              <a:spcBef>
                <a:spcPts val="0"/>
              </a:spcBef>
              <a:spcAft>
                <a:spcPts val="0"/>
              </a:spcAft>
              <a:buClr>
                <a:schemeClr val="accent2"/>
              </a:buClr>
              <a:buSzPts val="2400"/>
              <a:buNone/>
              <a:defRPr sz="2400">
                <a:solidFill>
                  <a:schemeClr val="accent2"/>
                </a:solidFill>
              </a:defRPr>
            </a:lvl5pPr>
            <a:lvl6pPr lvl="5">
              <a:lnSpc>
                <a:spcPct val="100000"/>
              </a:lnSpc>
              <a:spcBef>
                <a:spcPts val="0"/>
              </a:spcBef>
              <a:spcAft>
                <a:spcPts val="0"/>
              </a:spcAft>
              <a:buClr>
                <a:schemeClr val="accent2"/>
              </a:buClr>
              <a:buSzPts val="2400"/>
              <a:buNone/>
              <a:defRPr sz="2400">
                <a:solidFill>
                  <a:schemeClr val="accent2"/>
                </a:solidFill>
              </a:defRPr>
            </a:lvl6pPr>
            <a:lvl7pPr lvl="6">
              <a:lnSpc>
                <a:spcPct val="100000"/>
              </a:lnSpc>
              <a:spcBef>
                <a:spcPts val="0"/>
              </a:spcBef>
              <a:spcAft>
                <a:spcPts val="0"/>
              </a:spcAft>
              <a:buClr>
                <a:schemeClr val="accent2"/>
              </a:buClr>
              <a:buSzPts val="2400"/>
              <a:buNone/>
              <a:defRPr sz="2400">
                <a:solidFill>
                  <a:schemeClr val="accent2"/>
                </a:solidFill>
              </a:defRPr>
            </a:lvl7pPr>
            <a:lvl8pPr lvl="7">
              <a:lnSpc>
                <a:spcPct val="100000"/>
              </a:lnSpc>
              <a:spcBef>
                <a:spcPts val="0"/>
              </a:spcBef>
              <a:spcAft>
                <a:spcPts val="0"/>
              </a:spcAft>
              <a:buClr>
                <a:schemeClr val="accent2"/>
              </a:buClr>
              <a:buSzPts val="2400"/>
              <a:buNone/>
              <a:defRPr sz="2400">
                <a:solidFill>
                  <a:schemeClr val="accent2"/>
                </a:solidFill>
              </a:defRPr>
            </a:lvl8pPr>
            <a:lvl9pPr lvl="8">
              <a:lnSpc>
                <a:spcPct val="100000"/>
              </a:lnSpc>
              <a:spcBef>
                <a:spcPts val="0"/>
              </a:spcBef>
              <a:spcAft>
                <a:spcPts val="0"/>
              </a:spcAft>
              <a:buClr>
                <a:schemeClr val="accent2"/>
              </a:buClr>
              <a:buSzPts val="2400"/>
              <a:buNone/>
              <a:defRPr sz="2400">
                <a:solidFill>
                  <a:schemeClr val="accent2"/>
                </a:solidFill>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5" name="Shape 15"/>
        <p:cNvGrpSpPr/>
        <p:nvPr/>
      </p:nvGrpSpPr>
      <p:grpSpPr>
        <a:xfrm>
          <a:off x="0" y="0"/>
          <a:ext cx="0" cy="0"/>
          <a:chOff x="0" y="0"/>
          <a:chExt cx="0" cy="0"/>
        </a:xfrm>
      </p:grpSpPr>
      <p:cxnSp>
        <p:nvCxnSpPr>
          <p:cNvPr id="16" name="Google Shape;16;p3"/>
          <p:cNvCxnSpPr/>
          <p:nvPr/>
        </p:nvCxnSpPr>
        <p:spPr>
          <a:xfrm>
            <a:off x="641934" y="3597500"/>
            <a:ext cx="390300" cy="0"/>
          </a:xfrm>
          <a:prstGeom prst="straightConnector1">
            <a:avLst/>
          </a:prstGeom>
          <a:noFill/>
          <a:ln cap="flat" cmpd="sng" w="28575">
            <a:solidFill>
              <a:schemeClr val="lt2"/>
            </a:solidFill>
            <a:prstDash val="solid"/>
            <a:round/>
            <a:headEnd len="sm" w="sm" type="none"/>
            <a:tailEnd len="sm" w="sm" type="none"/>
          </a:ln>
        </p:spPr>
      </p:cxnSp>
      <p:sp>
        <p:nvSpPr>
          <p:cNvPr id="17" name="Google Shape;17;p3"/>
          <p:cNvSpPr txBox="1"/>
          <p:nvPr>
            <p:ph type="title"/>
          </p:nvPr>
        </p:nvSpPr>
        <p:spPr>
          <a:xfrm>
            <a:off x="512700" y="1893300"/>
            <a:ext cx="8118600" cy="1522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accent1"/>
              </a:buClr>
              <a:buSzPts val="6000"/>
              <a:buNone/>
              <a:defRPr sz="6000">
                <a:solidFill>
                  <a:schemeClr val="accent1"/>
                </a:solidFill>
              </a:defRPr>
            </a:lvl1pPr>
            <a:lvl2pPr lvl="1">
              <a:spcBef>
                <a:spcPts val="0"/>
              </a:spcBef>
              <a:spcAft>
                <a:spcPts val="0"/>
              </a:spcAft>
              <a:buClr>
                <a:schemeClr val="accent1"/>
              </a:buClr>
              <a:buSzPts val="6000"/>
              <a:buNone/>
              <a:defRPr sz="6000">
                <a:solidFill>
                  <a:schemeClr val="accent1"/>
                </a:solidFill>
              </a:defRPr>
            </a:lvl2pPr>
            <a:lvl3pPr lvl="2">
              <a:spcBef>
                <a:spcPts val="0"/>
              </a:spcBef>
              <a:spcAft>
                <a:spcPts val="0"/>
              </a:spcAft>
              <a:buClr>
                <a:schemeClr val="accent1"/>
              </a:buClr>
              <a:buSzPts val="6000"/>
              <a:buNone/>
              <a:defRPr sz="6000">
                <a:solidFill>
                  <a:schemeClr val="accent1"/>
                </a:solidFill>
              </a:defRPr>
            </a:lvl3pPr>
            <a:lvl4pPr lvl="3">
              <a:spcBef>
                <a:spcPts val="0"/>
              </a:spcBef>
              <a:spcAft>
                <a:spcPts val="0"/>
              </a:spcAft>
              <a:buClr>
                <a:schemeClr val="accent1"/>
              </a:buClr>
              <a:buSzPts val="6000"/>
              <a:buNone/>
              <a:defRPr sz="6000">
                <a:solidFill>
                  <a:schemeClr val="accent1"/>
                </a:solidFill>
              </a:defRPr>
            </a:lvl4pPr>
            <a:lvl5pPr lvl="4">
              <a:spcBef>
                <a:spcPts val="0"/>
              </a:spcBef>
              <a:spcAft>
                <a:spcPts val="0"/>
              </a:spcAft>
              <a:buClr>
                <a:schemeClr val="accent1"/>
              </a:buClr>
              <a:buSzPts val="6000"/>
              <a:buNone/>
              <a:defRPr sz="6000">
                <a:solidFill>
                  <a:schemeClr val="accent1"/>
                </a:solidFill>
              </a:defRPr>
            </a:lvl5pPr>
            <a:lvl6pPr lvl="5">
              <a:spcBef>
                <a:spcPts val="0"/>
              </a:spcBef>
              <a:spcAft>
                <a:spcPts val="0"/>
              </a:spcAft>
              <a:buClr>
                <a:schemeClr val="accent1"/>
              </a:buClr>
              <a:buSzPts val="6000"/>
              <a:buNone/>
              <a:defRPr sz="6000">
                <a:solidFill>
                  <a:schemeClr val="accent1"/>
                </a:solidFill>
              </a:defRPr>
            </a:lvl6pPr>
            <a:lvl7pPr lvl="6">
              <a:spcBef>
                <a:spcPts val="0"/>
              </a:spcBef>
              <a:spcAft>
                <a:spcPts val="0"/>
              </a:spcAft>
              <a:buClr>
                <a:schemeClr val="accent1"/>
              </a:buClr>
              <a:buSzPts val="6000"/>
              <a:buNone/>
              <a:defRPr sz="6000">
                <a:solidFill>
                  <a:schemeClr val="accent1"/>
                </a:solidFill>
              </a:defRPr>
            </a:lvl7pPr>
            <a:lvl8pPr lvl="7">
              <a:spcBef>
                <a:spcPts val="0"/>
              </a:spcBef>
              <a:spcAft>
                <a:spcPts val="0"/>
              </a:spcAft>
              <a:buClr>
                <a:schemeClr val="accent1"/>
              </a:buClr>
              <a:buSzPts val="6000"/>
              <a:buNone/>
              <a:defRPr sz="6000">
                <a:solidFill>
                  <a:schemeClr val="accent1"/>
                </a:solidFill>
              </a:defRPr>
            </a:lvl8pPr>
            <a:lvl9pPr lvl="8">
              <a:spcBef>
                <a:spcPts val="0"/>
              </a:spcBef>
              <a:spcAft>
                <a:spcPts val="0"/>
              </a:spcAft>
              <a:buClr>
                <a:schemeClr val="accent1"/>
              </a:buClr>
              <a:buSzPts val="6000"/>
              <a:buNone/>
              <a:defRPr sz="6000">
                <a:solidFill>
                  <a:schemeClr val="accent1"/>
                </a:solidFill>
              </a:defRPr>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71675"/>
            <a:ext cx="3999900" cy="3397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2" type="body"/>
          </p:nvPr>
        </p:nvSpPr>
        <p:spPr>
          <a:xfrm>
            <a:off x="4832400" y="1171675"/>
            <a:ext cx="3999900" cy="3397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56040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accent1"/>
              </a:buClr>
              <a:buSzPts val="5400"/>
              <a:buNone/>
              <a:defRPr sz="5400">
                <a:solidFill>
                  <a:schemeClr val="accent1"/>
                </a:solidFill>
              </a:defRPr>
            </a:lvl1pPr>
            <a:lvl2pPr lvl="1">
              <a:spcBef>
                <a:spcPts val="0"/>
              </a:spcBef>
              <a:spcAft>
                <a:spcPts val="0"/>
              </a:spcAft>
              <a:buClr>
                <a:schemeClr val="accent1"/>
              </a:buClr>
              <a:buSzPts val="5400"/>
              <a:buNone/>
              <a:defRPr sz="5400">
                <a:solidFill>
                  <a:schemeClr val="accent1"/>
                </a:solidFill>
              </a:defRPr>
            </a:lvl2pPr>
            <a:lvl3pPr lvl="2">
              <a:spcBef>
                <a:spcPts val="0"/>
              </a:spcBef>
              <a:spcAft>
                <a:spcPts val="0"/>
              </a:spcAft>
              <a:buClr>
                <a:schemeClr val="accent1"/>
              </a:buClr>
              <a:buSzPts val="5400"/>
              <a:buNone/>
              <a:defRPr sz="5400">
                <a:solidFill>
                  <a:schemeClr val="accent1"/>
                </a:solidFill>
              </a:defRPr>
            </a:lvl3pPr>
            <a:lvl4pPr lvl="3">
              <a:spcBef>
                <a:spcPts val="0"/>
              </a:spcBef>
              <a:spcAft>
                <a:spcPts val="0"/>
              </a:spcAft>
              <a:buClr>
                <a:schemeClr val="accent1"/>
              </a:buClr>
              <a:buSzPts val="5400"/>
              <a:buNone/>
              <a:defRPr sz="5400">
                <a:solidFill>
                  <a:schemeClr val="accent1"/>
                </a:solidFill>
              </a:defRPr>
            </a:lvl4pPr>
            <a:lvl5pPr lvl="4">
              <a:spcBef>
                <a:spcPts val="0"/>
              </a:spcBef>
              <a:spcAft>
                <a:spcPts val="0"/>
              </a:spcAft>
              <a:buClr>
                <a:schemeClr val="accent1"/>
              </a:buClr>
              <a:buSzPts val="5400"/>
              <a:buNone/>
              <a:defRPr sz="5400">
                <a:solidFill>
                  <a:schemeClr val="accent1"/>
                </a:solidFill>
              </a:defRPr>
            </a:lvl5pPr>
            <a:lvl6pPr lvl="5">
              <a:spcBef>
                <a:spcPts val="0"/>
              </a:spcBef>
              <a:spcAft>
                <a:spcPts val="0"/>
              </a:spcAft>
              <a:buClr>
                <a:schemeClr val="accent1"/>
              </a:buClr>
              <a:buSzPts val="5400"/>
              <a:buNone/>
              <a:defRPr sz="5400">
                <a:solidFill>
                  <a:schemeClr val="accent1"/>
                </a:solidFill>
              </a:defRPr>
            </a:lvl6pPr>
            <a:lvl7pPr lvl="6">
              <a:spcBef>
                <a:spcPts val="0"/>
              </a:spcBef>
              <a:spcAft>
                <a:spcPts val="0"/>
              </a:spcAft>
              <a:buClr>
                <a:schemeClr val="accent1"/>
              </a:buClr>
              <a:buSzPts val="5400"/>
              <a:buNone/>
              <a:defRPr sz="5400">
                <a:solidFill>
                  <a:schemeClr val="accent1"/>
                </a:solidFill>
              </a:defRPr>
            </a:lvl7pPr>
            <a:lvl8pPr lvl="7">
              <a:spcBef>
                <a:spcPts val="0"/>
              </a:spcBef>
              <a:spcAft>
                <a:spcPts val="0"/>
              </a:spcAft>
              <a:buClr>
                <a:schemeClr val="accent1"/>
              </a:buClr>
              <a:buSzPts val="5400"/>
              <a:buNone/>
              <a:defRPr sz="5400">
                <a:solidFill>
                  <a:schemeClr val="accent1"/>
                </a:solidFill>
              </a:defRPr>
            </a:lvl8pPr>
            <a:lvl9pPr lvl="8">
              <a:spcBef>
                <a:spcPts val="0"/>
              </a:spcBef>
              <a:spcAft>
                <a:spcPts val="0"/>
              </a:spcAft>
              <a:buClr>
                <a:schemeClr val="accent1"/>
              </a:buClr>
              <a:buSzPts val="5400"/>
              <a:buNone/>
              <a:defRPr sz="5400">
                <a:solidFill>
                  <a:schemeClr val="accent1"/>
                </a:solidFill>
              </a:defRPr>
            </a:lvl9pPr>
          </a:lstStyle>
          <a:p/>
        </p:txBody>
      </p:sp>
      <p:sp>
        <p:nvSpPr>
          <p:cNvPr id="38" name="Google Shape;38;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686400" cy="0"/>
          </a:xfrm>
          <a:prstGeom prst="straightConnector1">
            <a:avLst/>
          </a:prstGeom>
          <a:noFill/>
          <a:ln cap="flat" cmpd="sng" w="19050">
            <a:solidFill>
              <a:schemeClr val="lt2"/>
            </a:solidFill>
            <a:prstDash val="solid"/>
            <a:round/>
            <a:headEnd len="sm" w="sm" type="none"/>
            <a:tailEnd len="sm" w="sm" type="none"/>
          </a:ln>
        </p:spPr>
      </p:cxnSp>
      <p:sp>
        <p:nvSpPr>
          <p:cNvPr id="42" name="Google Shape;42;p9"/>
          <p:cNvSpPr txBox="1"/>
          <p:nvPr>
            <p:ph type="title"/>
          </p:nvPr>
        </p:nvSpPr>
        <p:spPr>
          <a:xfrm>
            <a:off x="265500" y="1382350"/>
            <a:ext cx="4045200" cy="1333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2"/>
              </a:buClr>
              <a:buSzPts val="4200"/>
              <a:buNone/>
              <a:defRPr sz="4200">
                <a:solidFill>
                  <a:schemeClr val="lt2"/>
                </a:solidFill>
              </a:defRPr>
            </a:lvl1pPr>
            <a:lvl2pPr lvl="1" algn="ctr">
              <a:spcBef>
                <a:spcPts val="0"/>
              </a:spcBef>
              <a:spcAft>
                <a:spcPts val="0"/>
              </a:spcAft>
              <a:buClr>
                <a:schemeClr val="lt2"/>
              </a:buClr>
              <a:buSzPts val="4200"/>
              <a:buNone/>
              <a:defRPr sz="4200">
                <a:solidFill>
                  <a:schemeClr val="lt2"/>
                </a:solidFill>
              </a:defRPr>
            </a:lvl2pPr>
            <a:lvl3pPr lvl="2" algn="ctr">
              <a:spcBef>
                <a:spcPts val="0"/>
              </a:spcBef>
              <a:spcAft>
                <a:spcPts val="0"/>
              </a:spcAft>
              <a:buClr>
                <a:schemeClr val="lt2"/>
              </a:buClr>
              <a:buSzPts val="4200"/>
              <a:buNone/>
              <a:defRPr sz="4200">
                <a:solidFill>
                  <a:schemeClr val="lt2"/>
                </a:solidFill>
              </a:defRPr>
            </a:lvl3pPr>
            <a:lvl4pPr lvl="3" algn="ctr">
              <a:spcBef>
                <a:spcPts val="0"/>
              </a:spcBef>
              <a:spcAft>
                <a:spcPts val="0"/>
              </a:spcAft>
              <a:buClr>
                <a:schemeClr val="lt2"/>
              </a:buClr>
              <a:buSzPts val="4200"/>
              <a:buNone/>
              <a:defRPr sz="4200">
                <a:solidFill>
                  <a:schemeClr val="lt2"/>
                </a:solidFill>
              </a:defRPr>
            </a:lvl4pPr>
            <a:lvl5pPr lvl="4" algn="ctr">
              <a:spcBef>
                <a:spcPts val="0"/>
              </a:spcBef>
              <a:spcAft>
                <a:spcPts val="0"/>
              </a:spcAft>
              <a:buClr>
                <a:schemeClr val="lt2"/>
              </a:buClr>
              <a:buSzPts val="4200"/>
              <a:buNone/>
              <a:defRPr sz="4200">
                <a:solidFill>
                  <a:schemeClr val="lt2"/>
                </a:solidFill>
              </a:defRPr>
            </a:lvl5pPr>
            <a:lvl6pPr lvl="5" algn="ctr">
              <a:spcBef>
                <a:spcPts val="0"/>
              </a:spcBef>
              <a:spcAft>
                <a:spcPts val="0"/>
              </a:spcAft>
              <a:buClr>
                <a:schemeClr val="lt2"/>
              </a:buClr>
              <a:buSzPts val="4200"/>
              <a:buNone/>
              <a:defRPr sz="4200">
                <a:solidFill>
                  <a:schemeClr val="lt2"/>
                </a:solidFill>
              </a:defRPr>
            </a:lvl6pPr>
            <a:lvl7pPr lvl="6" algn="ctr">
              <a:spcBef>
                <a:spcPts val="0"/>
              </a:spcBef>
              <a:spcAft>
                <a:spcPts val="0"/>
              </a:spcAft>
              <a:buClr>
                <a:schemeClr val="lt2"/>
              </a:buClr>
              <a:buSzPts val="4200"/>
              <a:buNone/>
              <a:defRPr sz="4200">
                <a:solidFill>
                  <a:schemeClr val="lt2"/>
                </a:solidFill>
              </a:defRPr>
            </a:lvl7pPr>
            <a:lvl8pPr lvl="7" algn="ctr">
              <a:spcBef>
                <a:spcPts val="0"/>
              </a:spcBef>
              <a:spcAft>
                <a:spcPts val="0"/>
              </a:spcAft>
              <a:buClr>
                <a:schemeClr val="lt2"/>
              </a:buClr>
              <a:buSzPts val="4200"/>
              <a:buNone/>
              <a:defRPr sz="4200">
                <a:solidFill>
                  <a:schemeClr val="lt2"/>
                </a:solidFill>
              </a:defRPr>
            </a:lvl8pPr>
            <a:lvl9pPr lvl="8" algn="ctr">
              <a:spcBef>
                <a:spcPts val="0"/>
              </a:spcBef>
              <a:spcAft>
                <a:spcPts val="0"/>
              </a:spcAft>
              <a:buClr>
                <a:schemeClr val="lt2"/>
              </a:buClr>
              <a:buSzPts val="4200"/>
              <a:buNone/>
              <a:defRPr sz="4200">
                <a:solidFill>
                  <a:schemeClr val="lt2"/>
                </a:solidFill>
              </a:defRPr>
            </a:lvl9pPr>
          </a:lstStyle>
          <a:p/>
        </p:txBody>
      </p:sp>
      <p:sp>
        <p:nvSpPr>
          <p:cNvPr id="43" name="Google Shape;43;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accent1"/>
              </a:buClr>
              <a:buSzPts val="1800"/>
              <a:buChar char="●"/>
              <a:defRPr>
                <a:solidFill>
                  <a:schemeClr val="accent1"/>
                </a:solidFill>
              </a:defRPr>
            </a:lvl1pPr>
            <a:lvl2pPr indent="-317500" lvl="1" marL="914400">
              <a:spcBef>
                <a:spcPts val="0"/>
              </a:spcBef>
              <a:spcAft>
                <a:spcPts val="0"/>
              </a:spcAft>
              <a:buClr>
                <a:schemeClr val="accent1"/>
              </a:buClr>
              <a:buSzPts val="1400"/>
              <a:buChar char="○"/>
              <a:defRPr>
                <a:solidFill>
                  <a:schemeClr val="accent1"/>
                </a:solidFill>
              </a:defRPr>
            </a:lvl2pPr>
            <a:lvl3pPr indent="-317500" lvl="2" marL="1371600">
              <a:spcBef>
                <a:spcPts val="0"/>
              </a:spcBef>
              <a:spcAft>
                <a:spcPts val="0"/>
              </a:spcAft>
              <a:buClr>
                <a:schemeClr val="accent1"/>
              </a:buClr>
              <a:buSzPts val="1400"/>
              <a:buChar char="■"/>
              <a:defRPr>
                <a:solidFill>
                  <a:schemeClr val="accent1"/>
                </a:solidFill>
              </a:defRPr>
            </a:lvl3pPr>
            <a:lvl4pPr indent="-317500" lvl="3" marL="1828800">
              <a:spcBef>
                <a:spcPts val="0"/>
              </a:spcBef>
              <a:spcAft>
                <a:spcPts val="0"/>
              </a:spcAft>
              <a:buClr>
                <a:schemeClr val="accent1"/>
              </a:buClr>
              <a:buSzPts val="1400"/>
              <a:buChar char="●"/>
              <a:defRPr>
                <a:solidFill>
                  <a:schemeClr val="accent1"/>
                </a:solidFill>
              </a:defRPr>
            </a:lvl4pPr>
            <a:lvl5pPr indent="-317500" lvl="4" marL="2286000">
              <a:spcBef>
                <a:spcPts val="0"/>
              </a:spcBef>
              <a:spcAft>
                <a:spcPts val="0"/>
              </a:spcAft>
              <a:buClr>
                <a:schemeClr val="accent1"/>
              </a:buClr>
              <a:buSzPts val="1400"/>
              <a:buChar char="○"/>
              <a:defRPr>
                <a:solidFill>
                  <a:schemeClr val="accent1"/>
                </a:solidFill>
              </a:defRPr>
            </a:lvl5pPr>
            <a:lvl6pPr indent="-317500" lvl="5" marL="2743200">
              <a:spcBef>
                <a:spcPts val="0"/>
              </a:spcBef>
              <a:spcAft>
                <a:spcPts val="0"/>
              </a:spcAft>
              <a:buClr>
                <a:schemeClr val="accent1"/>
              </a:buClr>
              <a:buSzPts val="1400"/>
              <a:buChar char="■"/>
              <a:defRPr>
                <a:solidFill>
                  <a:schemeClr val="accent1"/>
                </a:solidFill>
              </a:defRPr>
            </a:lvl6pPr>
            <a:lvl7pPr indent="-317500" lvl="6" marL="3200400">
              <a:spcBef>
                <a:spcPts val="0"/>
              </a:spcBef>
              <a:spcAft>
                <a:spcPts val="0"/>
              </a:spcAft>
              <a:buClr>
                <a:schemeClr val="accent1"/>
              </a:buClr>
              <a:buSzPts val="1400"/>
              <a:buChar char="●"/>
              <a:defRPr>
                <a:solidFill>
                  <a:schemeClr val="accent1"/>
                </a:solidFill>
              </a:defRPr>
            </a:lvl7pPr>
            <a:lvl8pPr indent="-317500" lvl="7" marL="3657600">
              <a:spcBef>
                <a:spcPts val="0"/>
              </a:spcBef>
              <a:spcAft>
                <a:spcPts val="0"/>
              </a:spcAft>
              <a:buClr>
                <a:schemeClr val="accent1"/>
              </a:buClr>
              <a:buSzPts val="1400"/>
              <a:buChar char="○"/>
              <a:defRPr>
                <a:solidFill>
                  <a:schemeClr val="accent1"/>
                </a:solidFill>
              </a:defRPr>
            </a:lvl8pPr>
            <a:lvl9pPr indent="-317500" lvl="8" marL="4114800">
              <a:spcBef>
                <a:spcPts val="0"/>
              </a:spcBef>
              <a:spcAft>
                <a:spcPts val="0"/>
              </a:spcAft>
              <a:buClr>
                <a:schemeClr val="accent1"/>
              </a:buClr>
              <a:buSzPts val="1400"/>
              <a:buChar char="■"/>
              <a:defRPr>
                <a:solidFill>
                  <a:schemeClr val="accent1"/>
                </a:solidFill>
              </a:defRPr>
            </a:lvl9pPr>
          </a:lstStyle>
          <a:p/>
        </p:txBody>
      </p:sp>
      <p:sp>
        <p:nvSpPr>
          <p:cNvPr id="45" name="Google Shape;45;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8" name="Google Shape;48;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039650"/>
            <a:ext cx="8520600" cy="2106300"/>
          </a:xfrm>
          <a:prstGeom prst="rect">
            <a:avLst/>
          </a:prstGeom>
        </p:spPr>
        <p:txBody>
          <a:bodyPr anchorCtr="0" anchor="b" bIns="91425" lIns="91425" spcFirstLastPara="1" rIns="91425" wrap="square" tIns="91425">
            <a:norm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perback">
    <p:bg>
      <p:bgPr>
        <a:solidFill>
          <a:schemeClr val="accen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6132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1pPr>
            <a:lvl2pPr lvl="1">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2pPr>
            <a:lvl3pPr lvl="2">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3pPr>
            <a:lvl4pPr lvl="3">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4pPr>
            <a:lvl5pPr lvl="4">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5pPr>
            <a:lvl6pPr lvl="5">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6pPr>
            <a:lvl7pPr lvl="6">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7pPr>
            <a:lvl8pPr lvl="7">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8pPr>
            <a:lvl9pPr lvl="8">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9pPr>
          </a:lstStyle>
          <a:p/>
        </p:txBody>
      </p:sp>
      <p:sp>
        <p:nvSpPr>
          <p:cNvPr id="7" name="Google Shape;7;p1"/>
          <p:cNvSpPr txBox="1"/>
          <p:nvPr>
            <p:ph idx="1" type="body"/>
          </p:nvPr>
        </p:nvSpPr>
        <p:spPr>
          <a:xfrm>
            <a:off x="311700" y="1171600"/>
            <a:ext cx="8520600" cy="3397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Old Standard TT"/>
              <a:buChar char="●"/>
              <a:defRPr sz="1800">
                <a:solidFill>
                  <a:schemeClr val="dk1"/>
                </a:solidFill>
                <a:latin typeface="Old Standard TT"/>
                <a:ea typeface="Old Standard TT"/>
                <a:cs typeface="Old Standard TT"/>
                <a:sym typeface="Old Standard TT"/>
              </a:defRPr>
            </a:lvl1pPr>
            <a:lvl2pPr indent="-317500" lvl="1" marL="9144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2pPr>
            <a:lvl3pPr indent="-317500" lvl="2" marL="13716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3pPr>
            <a:lvl4pPr indent="-317500" lvl="3" marL="18288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4pPr>
            <a:lvl5pPr indent="-317500" lvl="4" marL="22860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5pPr>
            <a:lvl6pPr indent="-317500" lvl="5" marL="27432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6pPr>
            <a:lvl7pPr indent="-317500" lvl="6" marL="32004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7pPr>
            <a:lvl8pPr indent="-317500" lvl="7" marL="36576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8pPr>
            <a:lvl9pPr indent="-317500" lvl="8" marL="41148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Old Standard TT"/>
                <a:ea typeface="Old Standard TT"/>
                <a:cs typeface="Old Standard TT"/>
                <a:sym typeface="Old Standard TT"/>
              </a:defRPr>
            </a:lvl1pPr>
            <a:lvl2pPr lvl="1" algn="r">
              <a:buNone/>
              <a:defRPr sz="1000">
                <a:solidFill>
                  <a:schemeClr val="dk1"/>
                </a:solidFill>
                <a:latin typeface="Old Standard TT"/>
                <a:ea typeface="Old Standard TT"/>
                <a:cs typeface="Old Standard TT"/>
                <a:sym typeface="Old Standard TT"/>
              </a:defRPr>
            </a:lvl2pPr>
            <a:lvl3pPr lvl="2" algn="r">
              <a:buNone/>
              <a:defRPr sz="1000">
                <a:solidFill>
                  <a:schemeClr val="dk1"/>
                </a:solidFill>
                <a:latin typeface="Old Standard TT"/>
                <a:ea typeface="Old Standard TT"/>
                <a:cs typeface="Old Standard TT"/>
                <a:sym typeface="Old Standard TT"/>
              </a:defRPr>
            </a:lvl3pPr>
            <a:lvl4pPr lvl="3" algn="r">
              <a:buNone/>
              <a:defRPr sz="1000">
                <a:solidFill>
                  <a:schemeClr val="dk1"/>
                </a:solidFill>
                <a:latin typeface="Old Standard TT"/>
                <a:ea typeface="Old Standard TT"/>
                <a:cs typeface="Old Standard TT"/>
                <a:sym typeface="Old Standard TT"/>
              </a:defRPr>
            </a:lvl4pPr>
            <a:lvl5pPr lvl="4" algn="r">
              <a:buNone/>
              <a:defRPr sz="1000">
                <a:solidFill>
                  <a:schemeClr val="dk1"/>
                </a:solidFill>
                <a:latin typeface="Old Standard TT"/>
                <a:ea typeface="Old Standard TT"/>
                <a:cs typeface="Old Standard TT"/>
                <a:sym typeface="Old Standard TT"/>
              </a:defRPr>
            </a:lvl5pPr>
            <a:lvl6pPr lvl="5" algn="r">
              <a:buNone/>
              <a:defRPr sz="1000">
                <a:solidFill>
                  <a:schemeClr val="dk1"/>
                </a:solidFill>
                <a:latin typeface="Old Standard TT"/>
                <a:ea typeface="Old Standard TT"/>
                <a:cs typeface="Old Standard TT"/>
                <a:sym typeface="Old Standard TT"/>
              </a:defRPr>
            </a:lvl6pPr>
            <a:lvl7pPr lvl="6" algn="r">
              <a:buNone/>
              <a:defRPr sz="1000">
                <a:solidFill>
                  <a:schemeClr val="dk1"/>
                </a:solidFill>
                <a:latin typeface="Old Standard TT"/>
                <a:ea typeface="Old Standard TT"/>
                <a:cs typeface="Old Standard TT"/>
                <a:sym typeface="Old Standard TT"/>
              </a:defRPr>
            </a:lvl7pPr>
            <a:lvl8pPr lvl="7" algn="r">
              <a:buNone/>
              <a:defRPr sz="1000">
                <a:solidFill>
                  <a:schemeClr val="dk1"/>
                </a:solidFill>
                <a:latin typeface="Old Standard TT"/>
                <a:ea typeface="Old Standard TT"/>
                <a:cs typeface="Old Standard TT"/>
                <a:sym typeface="Old Standard TT"/>
              </a:defRPr>
            </a:lvl8pPr>
            <a:lvl9pPr lvl="8" algn="r">
              <a:buNone/>
              <a:defRPr sz="1000">
                <a:solidFill>
                  <a:schemeClr val="dk1"/>
                </a:solidFill>
                <a:latin typeface="Old Standard TT"/>
                <a:ea typeface="Old Standard TT"/>
                <a:cs typeface="Old Standard TT"/>
                <a:sym typeface="Old Standard TT"/>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512700" y="1893300"/>
            <a:ext cx="8118600" cy="1522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Pong</a:t>
            </a:r>
            <a:endParaRPr/>
          </a:p>
        </p:txBody>
      </p:sp>
      <p:sp>
        <p:nvSpPr>
          <p:cNvPr id="60" name="Google Shape;60;p13"/>
          <p:cNvSpPr txBox="1"/>
          <p:nvPr>
            <p:ph idx="1" type="subTitle"/>
          </p:nvPr>
        </p:nvSpPr>
        <p:spPr>
          <a:xfrm>
            <a:off x="512700" y="3840639"/>
            <a:ext cx="8118600" cy="787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Eric Whites &amp; Wesley Quigley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Project Overview</a:t>
            </a:r>
            <a:endParaRPr/>
          </a:p>
        </p:txBody>
      </p:sp>
      <p:sp>
        <p:nvSpPr>
          <p:cNvPr id="66" name="Google Shape;66;p14"/>
          <p:cNvSpPr txBox="1"/>
          <p:nvPr>
            <p:ph idx="1" type="body"/>
          </p:nvPr>
        </p:nvSpPr>
        <p:spPr>
          <a:xfrm>
            <a:off x="311700" y="1171600"/>
            <a:ext cx="5406600" cy="33972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Objective: </a:t>
            </a:r>
            <a:r>
              <a:rPr lang="en"/>
              <a:t>Develop a game device to play Pong.</a:t>
            </a:r>
            <a:endParaRPr/>
          </a:p>
          <a:p>
            <a:pPr indent="0" lvl="0" marL="0" rtl="0" algn="l">
              <a:spcBef>
                <a:spcPts val="1200"/>
              </a:spcBef>
              <a:spcAft>
                <a:spcPts val="0"/>
              </a:spcAft>
              <a:buNone/>
            </a:pPr>
            <a:r>
              <a:rPr lang="en"/>
              <a:t>Gameplay:</a:t>
            </a:r>
            <a:endParaRPr/>
          </a:p>
          <a:p>
            <a:pPr indent="-334327" lvl="0" marL="457200" rtl="0" algn="l">
              <a:spcBef>
                <a:spcPts val="1200"/>
              </a:spcBef>
              <a:spcAft>
                <a:spcPts val="0"/>
              </a:spcAft>
              <a:buSzPct val="100000"/>
              <a:buChar char="●"/>
            </a:pPr>
            <a:r>
              <a:rPr lang="en"/>
              <a:t>Two players, each controlling a paddle</a:t>
            </a:r>
            <a:endParaRPr/>
          </a:p>
          <a:p>
            <a:pPr indent="-334327" lvl="0" marL="457200" rtl="0" algn="l">
              <a:spcBef>
                <a:spcPts val="0"/>
              </a:spcBef>
              <a:spcAft>
                <a:spcPts val="0"/>
              </a:spcAft>
              <a:buSzPct val="100000"/>
              <a:buChar char="●"/>
            </a:pPr>
            <a:r>
              <a:rPr lang="en"/>
              <a:t>Paddle movement controlled by the y-axis of potentiometer</a:t>
            </a:r>
            <a:endParaRPr/>
          </a:p>
          <a:p>
            <a:pPr indent="-334327" lvl="0" marL="457200" rtl="0" algn="l">
              <a:spcBef>
                <a:spcPts val="0"/>
              </a:spcBef>
              <a:spcAft>
                <a:spcPts val="0"/>
              </a:spcAft>
              <a:buSzPct val="100000"/>
              <a:buChar char="●"/>
            </a:pPr>
            <a:r>
              <a:rPr lang="en"/>
              <a:t>Game Displayed on three 8x32 LED Matrices</a:t>
            </a:r>
            <a:endParaRPr/>
          </a:p>
          <a:p>
            <a:pPr indent="-334327" lvl="0" marL="457200" rtl="0" algn="l">
              <a:spcBef>
                <a:spcPts val="0"/>
              </a:spcBef>
              <a:spcAft>
                <a:spcPts val="0"/>
              </a:spcAft>
              <a:buSzPct val="100000"/>
              <a:buChar char="●"/>
            </a:pPr>
            <a:r>
              <a:rPr lang="en"/>
              <a:t>Audio feedback</a:t>
            </a:r>
            <a:endParaRPr/>
          </a:p>
          <a:p>
            <a:pPr indent="0" lvl="0" marL="0" rtl="0" algn="l">
              <a:spcBef>
                <a:spcPts val="1200"/>
              </a:spcBef>
              <a:spcAft>
                <a:spcPts val="0"/>
              </a:spcAft>
              <a:buNone/>
            </a:pPr>
            <a:r>
              <a:rPr lang="en"/>
              <a:t>Authentication:</a:t>
            </a:r>
            <a:endParaRPr/>
          </a:p>
          <a:p>
            <a:pPr indent="-334327" lvl="0" marL="457200" rtl="0" algn="l">
              <a:spcBef>
                <a:spcPts val="1200"/>
              </a:spcBef>
              <a:spcAft>
                <a:spcPts val="0"/>
              </a:spcAft>
              <a:buSzPct val="100000"/>
              <a:buChar char="●"/>
            </a:pPr>
            <a:r>
              <a:rPr lang="en"/>
              <a:t>Users must authenticate with RFID tag to start the game.</a:t>
            </a:r>
            <a:endParaRPr/>
          </a:p>
        </p:txBody>
      </p:sp>
      <p:pic>
        <p:nvPicPr>
          <p:cNvPr id="67" name="Google Shape;67;p14"/>
          <p:cNvPicPr preferRelativeResize="0"/>
          <p:nvPr/>
        </p:nvPicPr>
        <p:blipFill>
          <a:blip r:embed="rId3">
            <a:alphaModFix/>
          </a:blip>
          <a:stretch>
            <a:fillRect/>
          </a:stretch>
        </p:blipFill>
        <p:spPr>
          <a:xfrm>
            <a:off x="5718196" y="1171600"/>
            <a:ext cx="3114099" cy="339719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System Design &amp; Peripherals Utilization</a:t>
            </a:r>
            <a:endParaRPr/>
          </a:p>
        </p:txBody>
      </p:sp>
      <p:sp>
        <p:nvSpPr>
          <p:cNvPr id="73" name="Google Shape;73;p15"/>
          <p:cNvSpPr txBox="1"/>
          <p:nvPr>
            <p:ph idx="1" type="body"/>
          </p:nvPr>
        </p:nvSpPr>
        <p:spPr>
          <a:xfrm>
            <a:off x="311700" y="1171600"/>
            <a:ext cx="8520600" cy="33972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AutoNum type="arabicPeriod"/>
            </a:pPr>
            <a:r>
              <a:rPr lang="en"/>
              <a:t>Microcontroller</a:t>
            </a:r>
            <a:endParaRPr/>
          </a:p>
          <a:p>
            <a:pPr indent="-317500" lvl="1" marL="914400" rtl="0" algn="l">
              <a:spcBef>
                <a:spcPts val="0"/>
              </a:spcBef>
              <a:spcAft>
                <a:spcPts val="0"/>
              </a:spcAft>
              <a:buSzPts val="1400"/>
              <a:buAutoNum type="alphaLcPeriod"/>
            </a:pPr>
            <a:r>
              <a:rPr lang="en"/>
              <a:t>Role: Central controller for the game logic, joystick input, LED matrix display, and RFID authentication.</a:t>
            </a:r>
            <a:endParaRPr/>
          </a:p>
          <a:p>
            <a:pPr indent="-342900" lvl="0" marL="457200" rtl="0" algn="l">
              <a:spcBef>
                <a:spcPts val="0"/>
              </a:spcBef>
              <a:spcAft>
                <a:spcPts val="0"/>
              </a:spcAft>
              <a:buSzPts val="1800"/>
              <a:buAutoNum type="arabicPeriod"/>
            </a:pPr>
            <a:r>
              <a:rPr lang="en"/>
              <a:t>Joysticks</a:t>
            </a:r>
            <a:endParaRPr/>
          </a:p>
          <a:p>
            <a:pPr indent="-317500" lvl="1" marL="914400" rtl="0" algn="l">
              <a:spcBef>
                <a:spcPts val="0"/>
              </a:spcBef>
              <a:spcAft>
                <a:spcPts val="0"/>
              </a:spcAft>
              <a:buSzPts val="1400"/>
              <a:buAutoNum type="alphaLcPeriod"/>
            </a:pPr>
            <a:r>
              <a:rPr lang="en"/>
              <a:t>Role: Input devices for player paddle control, </a:t>
            </a:r>
            <a:r>
              <a:rPr lang="en"/>
              <a:t>providing analog signals for the movement of </a:t>
            </a:r>
            <a:endParaRPr/>
          </a:p>
          <a:p>
            <a:pPr indent="-317500" lvl="1" marL="914400" rtl="0" algn="l">
              <a:spcBef>
                <a:spcPts val="0"/>
              </a:spcBef>
              <a:spcAft>
                <a:spcPts val="0"/>
              </a:spcAft>
              <a:buSzPts val="1400"/>
              <a:buAutoNum type="alphaLcPeriod"/>
            </a:pPr>
            <a:r>
              <a:rPr lang="en"/>
              <a:t>paddles.</a:t>
            </a:r>
            <a:endParaRPr/>
          </a:p>
          <a:p>
            <a:pPr indent="-342900" lvl="0" marL="457200" rtl="0" algn="l">
              <a:spcBef>
                <a:spcPts val="0"/>
              </a:spcBef>
              <a:spcAft>
                <a:spcPts val="0"/>
              </a:spcAft>
              <a:buSzPts val="1800"/>
              <a:buAutoNum type="arabicPeriod"/>
            </a:pPr>
            <a:r>
              <a:rPr lang="en"/>
              <a:t>LED Matrix Display</a:t>
            </a:r>
            <a:endParaRPr/>
          </a:p>
          <a:p>
            <a:pPr indent="-317500" lvl="1" marL="914400" rtl="0" algn="l">
              <a:spcBef>
                <a:spcPts val="0"/>
              </a:spcBef>
              <a:spcAft>
                <a:spcPts val="0"/>
              </a:spcAft>
              <a:buSzPts val="1400"/>
              <a:buAutoNum type="alphaLcPeriod"/>
            </a:pPr>
            <a:r>
              <a:rPr lang="en"/>
              <a:t>Role: Displays the game area and the player data.</a:t>
            </a:r>
            <a:endParaRPr/>
          </a:p>
          <a:p>
            <a:pPr indent="-342900" lvl="0" marL="457200" rtl="0" algn="l">
              <a:spcBef>
                <a:spcPts val="0"/>
              </a:spcBef>
              <a:spcAft>
                <a:spcPts val="0"/>
              </a:spcAft>
              <a:buSzPts val="1800"/>
              <a:buAutoNum type="arabicPeriod"/>
            </a:pPr>
            <a:r>
              <a:rPr lang="en"/>
              <a:t>RFID Reader</a:t>
            </a:r>
            <a:endParaRPr/>
          </a:p>
          <a:p>
            <a:pPr indent="-317500" lvl="1" marL="914400" rtl="0" algn="l">
              <a:spcBef>
                <a:spcPts val="0"/>
              </a:spcBef>
              <a:spcAft>
                <a:spcPts val="0"/>
              </a:spcAft>
              <a:buSzPts val="1400"/>
              <a:buAutoNum type="alphaLcPeriod"/>
            </a:pPr>
            <a:r>
              <a:rPr lang="en"/>
              <a:t>Role: Authenticate the users</a:t>
            </a:r>
            <a:endParaRPr/>
          </a:p>
          <a:p>
            <a:pPr indent="-342900" lvl="0" marL="457200" rtl="0" algn="l">
              <a:spcBef>
                <a:spcPts val="0"/>
              </a:spcBef>
              <a:spcAft>
                <a:spcPts val="0"/>
              </a:spcAft>
              <a:buSzPts val="1800"/>
              <a:buAutoNum type="arabicPeriod"/>
            </a:pPr>
            <a:r>
              <a:rPr lang="en"/>
              <a:t>Buzzer</a:t>
            </a:r>
            <a:endParaRPr/>
          </a:p>
          <a:p>
            <a:pPr indent="-317500" lvl="1" marL="914400" rtl="0" algn="l">
              <a:spcBef>
                <a:spcPts val="0"/>
              </a:spcBef>
              <a:spcAft>
                <a:spcPts val="0"/>
              </a:spcAft>
              <a:buSzPts val="1400"/>
              <a:buAutoNum type="alphaLcPeriod"/>
            </a:pPr>
            <a:r>
              <a:rPr lang="en"/>
              <a:t>Role: Player score indicator</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6"/>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System Flow</a:t>
            </a:r>
            <a:endParaRPr/>
          </a:p>
        </p:txBody>
      </p:sp>
      <p:sp>
        <p:nvSpPr>
          <p:cNvPr id="79" name="Google Shape;79;p16"/>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User Authentication</a:t>
            </a:r>
            <a:endParaRPr/>
          </a:p>
          <a:p>
            <a:pPr indent="-342900" lvl="0" marL="457200" rtl="0" algn="l">
              <a:spcBef>
                <a:spcPts val="0"/>
              </a:spcBef>
              <a:spcAft>
                <a:spcPts val="0"/>
              </a:spcAft>
              <a:buSzPts val="1800"/>
              <a:buAutoNum type="arabicPeriod"/>
            </a:pPr>
            <a:r>
              <a:rPr lang="en"/>
              <a:t>Joystick Input</a:t>
            </a:r>
            <a:endParaRPr/>
          </a:p>
          <a:p>
            <a:pPr indent="-342900" lvl="0" marL="457200" rtl="0" algn="l">
              <a:spcBef>
                <a:spcPts val="0"/>
              </a:spcBef>
              <a:spcAft>
                <a:spcPts val="0"/>
              </a:spcAft>
              <a:buSzPts val="1800"/>
              <a:buAutoNum type="arabicPeriod"/>
            </a:pPr>
            <a:r>
              <a:rPr lang="en"/>
              <a:t>Game Logic</a:t>
            </a:r>
            <a:endParaRPr/>
          </a:p>
          <a:p>
            <a:pPr indent="-342900" lvl="0" marL="457200" rtl="0" algn="l">
              <a:spcBef>
                <a:spcPts val="0"/>
              </a:spcBef>
              <a:spcAft>
                <a:spcPts val="0"/>
              </a:spcAft>
              <a:buSzPts val="1800"/>
              <a:buAutoNum type="arabicPeriod"/>
            </a:pPr>
            <a:r>
              <a:rPr lang="en"/>
              <a:t>Display Output</a:t>
            </a:r>
            <a:endParaRPr/>
          </a:p>
          <a:p>
            <a:pPr indent="-342900" lvl="0" marL="457200" rtl="0" algn="l">
              <a:spcBef>
                <a:spcPts val="0"/>
              </a:spcBef>
              <a:spcAft>
                <a:spcPts val="0"/>
              </a:spcAft>
              <a:buSzPts val="1800"/>
              <a:buAutoNum type="arabicPeriod"/>
            </a:pPr>
            <a:r>
              <a:rPr lang="en"/>
              <a:t>Audio Feedback</a:t>
            </a:r>
            <a:endParaRPr/>
          </a:p>
          <a:p>
            <a:pPr indent="0" lvl="0" marL="0" rtl="0" algn="l">
              <a:spcBef>
                <a:spcPts val="1200"/>
              </a:spcBef>
              <a:spcAft>
                <a:spcPts val="1200"/>
              </a:spcAft>
              <a:buNone/>
            </a:pPr>
            <a:r>
              <a:rPr lang="en"/>
              <a:t>Note: Ball Logic is constantly updating through the system flow.</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7"/>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Actuator &amp; Sensor Integration</a:t>
            </a:r>
            <a:endParaRPr/>
          </a:p>
        </p:txBody>
      </p:sp>
      <p:sp>
        <p:nvSpPr>
          <p:cNvPr id="85" name="Google Shape;85;p17"/>
          <p:cNvSpPr txBox="1"/>
          <p:nvPr>
            <p:ph idx="1" type="body"/>
          </p:nvPr>
        </p:nvSpPr>
        <p:spPr>
          <a:xfrm>
            <a:off x="311700" y="1171600"/>
            <a:ext cx="8520600" cy="33972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Actuator</a:t>
            </a:r>
            <a:endParaRPr/>
          </a:p>
          <a:p>
            <a:pPr indent="-342900" lvl="0" marL="457200" rtl="0" algn="l">
              <a:spcBef>
                <a:spcPts val="0"/>
              </a:spcBef>
              <a:spcAft>
                <a:spcPts val="0"/>
              </a:spcAft>
              <a:buSzPts val="1800"/>
              <a:buAutoNum type="arabicPeriod"/>
            </a:pPr>
            <a:r>
              <a:rPr lang="en"/>
              <a:t>Upon a player scoring a point, the buzzer will be notified to turn on.</a:t>
            </a:r>
            <a:endParaRPr/>
          </a:p>
          <a:p>
            <a:pPr indent="-317500" lvl="1" marL="914400" rtl="0" algn="l">
              <a:spcBef>
                <a:spcPts val="0"/>
              </a:spcBef>
              <a:spcAft>
                <a:spcPts val="0"/>
              </a:spcAft>
              <a:buSzPts val="1400"/>
              <a:buAutoNum type="alphaLcPeriod"/>
            </a:pPr>
            <a:r>
              <a:rPr lang="en"/>
              <a:t>Could have used PWM to adjust the tone.</a:t>
            </a:r>
            <a:endParaRPr/>
          </a:p>
          <a:p>
            <a:pPr indent="-317500" lvl="1" marL="914400" rtl="0" algn="l">
              <a:spcBef>
                <a:spcPts val="0"/>
              </a:spcBef>
              <a:spcAft>
                <a:spcPts val="0"/>
              </a:spcAft>
              <a:buSzPts val="1400"/>
              <a:buAutoNum type="alphaLcPeriod"/>
            </a:pPr>
            <a:r>
              <a:rPr lang="en"/>
              <a:t>Similar to the concept of turning the LED on and off from the beginning of the course</a:t>
            </a:r>
            <a:endParaRPr/>
          </a:p>
          <a:p>
            <a:pPr indent="-342900" lvl="0" marL="457200" rtl="0" algn="l">
              <a:spcBef>
                <a:spcPts val="0"/>
              </a:spcBef>
              <a:spcAft>
                <a:spcPts val="0"/>
              </a:spcAft>
              <a:buSzPts val="1800"/>
              <a:buAutoNum type="arabicPeriod"/>
            </a:pPr>
            <a:r>
              <a:rPr lang="en"/>
              <a:t>8x32 LED Matrices will be a visual </a:t>
            </a:r>
            <a:r>
              <a:rPr lang="en"/>
              <a:t>implementation</a:t>
            </a:r>
            <a:r>
              <a:rPr lang="en"/>
              <a:t> of </a:t>
            </a:r>
            <a:r>
              <a:rPr lang="en"/>
              <a:t>driving</a:t>
            </a:r>
            <a:r>
              <a:rPr lang="en"/>
              <a:t> LEDs high from an input received from the joysticks.</a:t>
            </a:r>
            <a:endParaRPr/>
          </a:p>
          <a:p>
            <a:pPr indent="0" lvl="0" marL="0" rtl="0" algn="l">
              <a:spcBef>
                <a:spcPts val="0"/>
              </a:spcBef>
              <a:spcAft>
                <a:spcPts val="0"/>
              </a:spcAft>
              <a:buNone/>
            </a:pPr>
            <a:r>
              <a:rPr lang="en"/>
              <a:t>Sensor</a:t>
            </a:r>
            <a:endParaRPr/>
          </a:p>
          <a:p>
            <a:pPr indent="-342900" lvl="0" marL="457200" rtl="0" algn="l">
              <a:spcBef>
                <a:spcPts val="0"/>
              </a:spcBef>
              <a:spcAft>
                <a:spcPts val="0"/>
              </a:spcAft>
              <a:buSzPts val="1800"/>
              <a:buAutoNum type="arabicPeriod"/>
            </a:pPr>
            <a:r>
              <a:rPr lang="en"/>
              <a:t>Joystick will help control digital paddles that will be represented on the LED display.</a:t>
            </a:r>
            <a:endParaRPr/>
          </a:p>
          <a:p>
            <a:pPr indent="-342900" lvl="0" marL="457200" rtl="0" algn="l">
              <a:spcBef>
                <a:spcPts val="0"/>
              </a:spcBef>
              <a:spcAft>
                <a:spcPts val="0"/>
              </a:spcAft>
              <a:buSzPts val="1800"/>
              <a:buAutoNum type="arabicPeriod"/>
            </a:pPr>
            <a:r>
              <a:rPr lang="en"/>
              <a:t>RFID Reader detects and reads the tag and sends a signal to the other board to </a:t>
            </a:r>
            <a:r>
              <a:rPr lang="en"/>
              <a:t>authenticate</a:t>
            </a:r>
            <a:r>
              <a:rPr lang="en"/>
              <a:t> the start of the game.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8"/>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Code Implementation &amp; Software Explanation</a:t>
            </a:r>
            <a:endParaRPr/>
          </a:p>
        </p:txBody>
      </p:sp>
      <p:sp>
        <p:nvSpPr>
          <p:cNvPr id="91" name="Google Shape;91;p18"/>
          <p:cNvSpPr txBox="1"/>
          <p:nvPr>
            <p:ph idx="1" type="body"/>
          </p:nvPr>
        </p:nvSpPr>
        <p:spPr>
          <a:xfrm>
            <a:off x="311700" y="1171600"/>
            <a:ext cx="8520600" cy="3397200"/>
          </a:xfrm>
          <a:prstGeom prst="rect">
            <a:avLst/>
          </a:prstGeom>
        </p:spPr>
        <p:txBody>
          <a:bodyPr anchorCtr="0" anchor="t" bIns="91425" lIns="91425" spcFirstLastPara="1" rIns="91425" wrap="square" tIns="91425">
            <a:normAutofit fontScale="85000" lnSpcReduction="20000"/>
          </a:bodyPr>
          <a:lstStyle/>
          <a:p>
            <a:pPr indent="-325755" lvl="0" marL="457200" rtl="0" algn="l">
              <a:spcBef>
                <a:spcPts val="0"/>
              </a:spcBef>
              <a:spcAft>
                <a:spcPts val="0"/>
              </a:spcAft>
              <a:buSzPct val="100000"/>
              <a:buAutoNum type="arabicPeriod"/>
            </a:pPr>
            <a:r>
              <a:rPr lang="en"/>
              <a:t>Game State Updates</a:t>
            </a:r>
            <a:endParaRPr/>
          </a:p>
          <a:p>
            <a:pPr indent="-304165" lvl="1" marL="914400" rtl="0" algn="l">
              <a:spcBef>
                <a:spcPts val="0"/>
              </a:spcBef>
              <a:spcAft>
                <a:spcPts val="0"/>
              </a:spcAft>
              <a:buSzPct val="100000"/>
              <a:buAutoNum type="alphaLcPeriod"/>
            </a:pPr>
            <a:r>
              <a:rPr lang="en"/>
              <a:t>Ball Movement: Ball position (x, y) updated based on diagonal </a:t>
            </a:r>
            <a:r>
              <a:rPr lang="en"/>
              <a:t>direction movement</a:t>
            </a:r>
            <a:r>
              <a:rPr lang="en"/>
              <a:t> (dx, dy)</a:t>
            </a:r>
            <a:endParaRPr/>
          </a:p>
          <a:p>
            <a:pPr indent="-304164" lvl="2" marL="1371600" rtl="0" algn="l">
              <a:spcBef>
                <a:spcPts val="0"/>
              </a:spcBef>
              <a:spcAft>
                <a:spcPts val="0"/>
              </a:spcAft>
              <a:buSzPct val="100000"/>
              <a:buAutoNum type="romanLcPeriod"/>
            </a:pPr>
            <a:r>
              <a:rPr lang="en"/>
              <a:t>Collision Detection: Bounces on boundaries and paddles.</a:t>
            </a:r>
            <a:endParaRPr/>
          </a:p>
          <a:p>
            <a:pPr indent="-304164" lvl="2" marL="1371600" rtl="0" algn="l">
              <a:spcBef>
                <a:spcPts val="0"/>
              </a:spcBef>
              <a:spcAft>
                <a:spcPts val="0"/>
              </a:spcAft>
              <a:buSzPct val="100000"/>
              <a:buAutoNum type="romanLcPeriod"/>
            </a:pPr>
            <a:r>
              <a:rPr lang="en"/>
              <a:t>Scoring: Points awarded when ball crosses left or right sides.</a:t>
            </a:r>
            <a:endParaRPr/>
          </a:p>
          <a:p>
            <a:pPr indent="-325755" lvl="0" marL="457200" rtl="0" algn="l">
              <a:spcBef>
                <a:spcPts val="0"/>
              </a:spcBef>
              <a:spcAft>
                <a:spcPts val="0"/>
              </a:spcAft>
              <a:buSzPct val="100000"/>
              <a:buAutoNum type="arabicPeriod"/>
            </a:pPr>
            <a:r>
              <a:rPr lang="en"/>
              <a:t>Paddle Controls</a:t>
            </a:r>
            <a:endParaRPr/>
          </a:p>
          <a:p>
            <a:pPr indent="-304165" lvl="1" marL="914400" rtl="0" algn="l">
              <a:spcBef>
                <a:spcPts val="0"/>
              </a:spcBef>
              <a:spcAft>
                <a:spcPts val="0"/>
              </a:spcAft>
              <a:buSzPct val="100000"/>
              <a:buAutoNum type="alphaLcPeriod"/>
            </a:pPr>
            <a:r>
              <a:rPr lang="en"/>
              <a:t>Player 1 and 2: Joystick reading </a:t>
            </a:r>
            <a:r>
              <a:rPr lang="en"/>
              <a:t>determine</a:t>
            </a:r>
            <a:r>
              <a:rPr lang="en"/>
              <a:t> paddle movement (y position)</a:t>
            </a:r>
            <a:endParaRPr/>
          </a:p>
          <a:p>
            <a:pPr indent="-304165" lvl="1" marL="914400" rtl="0" algn="l">
              <a:spcBef>
                <a:spcPts val="0"/>
              </a:spcBef>
              <a:spcAft>
                <a:spcPts val="0"/>
              </a:spcAft>
              <a:buSzPct val="100000"/>
              <a:buAutoNum type="alphaLcPeriod"/>
            </a:pPr>
            <a:r>
              <a:rPr lang="en"/>
              <a:t>Movement Boundaries: Paddles are constrained to the screen.</a:t>
            </a:r>
            <a:endParaRPr/>
          </a:p>
          <a:p>
            <a:pPr indent="-325755" lvl="0" marL="457200" rtl="0" algn="l">
              <a:spcBef>
                <a:spcPts val="0"/>
              </a:spcBef>
              <a:spcAft>
                <a:spcPts val="0"/>
              </a:spcAft>
              <a:buSzPct val="100000"/>
              <a:buAutoNum type="arabicPeriod"/>
            </a:pPr>
            <a:r>
              <a:rPr lang="en"/>
              <a:t>Display Handling</a:t>
            </a:r>
            <a:endParaRPr/>
          </a:p>
          <a:p>
            <a:pPr indent="-304165" lvl="1" marL="914400" rtl="0" algn="l">
              <a:spcBef>
                <a:spcPts val="0"/>
              </a:spcBef>
              <a:spcAft>
                <a:spcPts val="0"/>
              </a:spcAft>
              <a:buSzPct val="100000"/>
              <a:buAutoNum type="alphaLcPeriod"/>
            </a:pPr>
            <a:r>
              <a:rPr lang="en"/>
              <a:t>Display Buffers: There are two different display buffers that are being used to hold onto changes made to the </a:t>
            </a:r>
            <a:r>
              <a:rPr lang="en"/>
              <a:t>player</a:t>
            </a:r>
            <a:r>
              <a:rPr lang="en"/>
              <a:t> data and game area. This </a:t>
            </a:r>
            <a:r>
              <a:rPr lang="en"/>
              <a:t>implementation</a:t>
            </a:r>
            <a:r>
              <a:rPr lang="en"/>
              <a:t> created a safety net for making sure we are not </a:t>
            </a:r>
            <a:r>
              <a:rPr lang="en"/>
              <a:t>overwriting</a:t>
            </a:r>
            <a:r>
              <a:rPr lang="en"/>
              <a:t> data. </a:t>
            </a:r>
            <a:endParaRPr/>
          </a:p>
          <a:p>
            <a:pPr indent="-325755" lvl="0" marL="457200" rtl="0" algn="l">
              <a:spcBef>
                <a:spcPts val="0"/>
              </a:spcBef>
              <a:spcAft>
                <a:spcPts val="0"/>
              </a:spcAft>
              <a:buSzPct val="100000"/>
              <a:buAutoNum type="arabicPeriod"/>
            </a:pPr>
            <a:r>
              <a:rPr lang="en"/>
              <a:t>Score</a:t>
            </a:r>
            <a:endParaRPr/>
          </a:p>
          <a:p>
            <a:pPr indent="-304165" lvl="1" marL="914400" rtl="0" algn="l">
              <a:spcBef>
                <a:spcPts val="0"/>
              </a:spcBef>
              <a:spcAft>
                <a:spcPts val="0"/>
              </a:spcAft>
              <a:buSzPct val="100000"/>
              <a:buAutoNum type="alphaLcPeriod"/>
            </a:pPr>
            <a:r>
              <a:rPr lang="en"/>
              <a:t>Display Score: displayScore() updates the score on the display</a:t>
            </a:r>
            <a:endParaRPr/>
          </a:p>
          <a:p>
            <a:pPr indent="-304165" lvl="1" marL="914400" rtl="0" algn="l">
              <a:spcBef>
                <a:spcPts val="0"/>
              </a:spcBef>
              <a:spcAft>
                <a:spcPts val="0"/>
              </a:spcAft>
              <a:buSzPct val="100000"/>
              <a:buAutoNum type="alphaLcPeriod"/>
            </a:pPr>
            <a:r>
              <a:rPr lang="en"/>
              <a:t>Flashing Score: flashScore() </a:t>
            </a:r>
            <a:r>
              <a:rPr lang="en"/>
              <a:t>creates a flashing effect when a point is scored.</a:t>
            </a:r>
            <a:endParaRPr/>
          </a:p>
          <a:p>
            <a:pPr indent="-325755" lvl="0" marL="457200" rtl="0" algn="l">
              <a:spcBef>
                <a:spcPts val="0"/>
              </a:spcBef>
              <a:spcAft>
                <a:spcPts val="0"/>
              </a:spcAft>
              <a:buSzPct val="100000"/>
              <a:buAutoNum type="arabicPeriod"/>
            </a:pPr>
            <a:r>
              <a:rPr lang="en"/>
              <a:t>Ball Reset</a:t>
            </a:r>
            <a:endParaRPr/>
          </a:p>
          <a:p>
            <a:pPr indent="-304165" lvl="1" marL="914400" rtl="0" algn="l">
              <a:spcBef>
                <a:spcPts val="0"/>
              </a:spcBef>
              <a:spcAft>
                <a:spcPts val="0"/>
              </a:spcAft>
              <a:buSzPct val="100000"/>
              <a:buAutoNum type="alphaLcPeriod"/>
            </a:pPr>
            <a:r>
              <a:rPr lang="en"/>
              <a:t>Reset Position: resetBall() resets the ball to the center after scoring.</a:t>
            </a:r>
            <a:endParaRPr/>
          </a:p>
          <a:p>
            <a:pPr indent="-304165" lvl="1" marL="914400" rtl="0" algn="l">
              <a:spcBef>
                <a:spcPts val="0"/>
              </a:spcBef>
              <a:spcAft>
                <a:spcPts val="0"/>
              </a:spcAft>
              <a:buSzPct val="100000"/>
              <a:buAutoNum type="alphaLcPeriod"/>
            </a:pPr>
            <a:r>
              <a:rPr lang="en"/>
              <a:t>Random Ball Direction: dy is randomized for unpredictability.</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9"/>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Challenges</a:t>
            </a:r>
            <a:endParaRPr/>
          </a:p>
        </p:txBody>
      </p:sp>
      <p:sp>
        <p:nvSpPr>
          <p:cNvPr id="97" name="Google Shape;97;p19"/>
          <p:cNvSpPr txBox="1"/>
          <p:nvPr>
            <p:ph idx="1" type="body"/>
          </p:nvPr>
        </p:nvSpPr>
        <p:spPr>
          <a:xfrm>
            <a:off x="311700" y="1171600"/>
            <a:ext cx="8520600" cy="3397200"/>
          </a:xfrm>
          <a:prstGeom prst="rect">
            <a:avLst/>
          </a:prstGeom>
        </p:spPr>
        <p:txBody>
          <a:bodyPr anchorCtr="0" anchor="t" bIns="91425" lIns="91425" spcFirstLastPara="1" rIns="91425" wrap="square" tIns="91425">
            <a:normAutofit fontScale="92500" lnSpcReduction="20000"/>
          </a:bodyPr>
          <a:lstStyle/>
          <a:p>
            <a:pPr indent="-334327" lvl="0" marL="457200" rtl="0" algn="l">
              <a:spcBef>
                <a:spcPts val="0"/>
              </a:spcBef>
              <a:spcAft>
                <a:spcPts val="0"/>
              </a:spcAft>
              <a:buSzPct val="100000"/>
              <a:buAutoNum type="arabicPeriod"/>
            </a:pPr>
            <a:r>
              <a:rPr lang="en"/>
              <a:t>RFID</a:t>
            </a:r>
            <a:endParaRPr/>
          </a:p>
          <a:p>
            <a:pPr indent="-310832" lvl="1" marL="914400" rtl="0" algn="l">
              <a:spcBef>
                <a:spcPts val="0"/>
              </a:spcBef>
              <a:spcAft>
                <a:spcPts val="0"/>
              </a:spcAft>
              <a:buSzPct val="100000"/>
              <a:buAutoNum type="alphaLcPeriod"/>
            </a:pPr>
            <a:r>
              <a:rPr lang="en"/>
              <a:t>References to this </a:t>
            </a:r>
            <a:r>
              <a:rPr lang="en"/>
              <a:t>implementation</a:t>
            </a:r>
            <a:r>
              <a:rPr lang="en"/>
              <a:t> were hard to find, if any.</a:t>
            </a:r>
            <a:endParaRPr/>
          </a:p>
          <a:p>
            <a:pPr indent="-310832" lvl="1" marL="914400" rtl="0" algn="l">
              <a:spcBef>
                <a:spcPts val="0"/>
              </a:spcBef>
              <a:spcAft>
                <a:spcPts val="0"/>
              </a:spcAft>
              <a:buSzPct val="100000"/>
              <a:buAutoNum type="alphaLcPeriod"/>
            </a:pPr>
            <a:r>
              <a:rPr lang="en"/>
              <a:t>The data sheet was extensive and hard to follow.</a:t>
            </a:r>
            <a:endParaRPr/>
          </a:p>
          <a:p>
            <a:pPr indent="-310832" lvl="1" marL="914400" rtl="0" algn="l">
              <a:spcBef>
                <a:spcPts val="0"/>
              </a:spcBef>
              <a:spcAft>
                <a:spcPts val="0"/>
              </a:spcAft>
              <a:buSzPct val="100000"/>
              <a:buAutoNum type="alphaLcPeriod"/>
            </a:pPr>
            <a:r>
              <a:rPr lang="en"/>
              <a:t>Timing issues.</a:t>
            </a:r>
            <a:endParaRPr/>
          </a:p>
          <a:p>
            <a:pPr indent="-310832" lvl="1" marL="914400" rtl="0" algn="l">
              <a:spcBef>
                <a:spcPts val="0"/>
              </a:spcBef>
              <a:spcAft>
                <a:spcPts val="0"/>
              </a:spcAft>
              <a:buSzPct val="100000"/>
              <a:buAutoNum type="alphaLcPeriod"/>
            </a:pPr>
            <a:r>
              <a:rPr lang="en"/>
              <a:t>Communication needed to be 3.3v which resulted in using a voltage divider, because our board outputs 5v.</a:t>
            </a:r>
            <a:endParaRPr/>
          </a:p>
          <a:p>
            <a:pPr indent="-334327" lvl="0" marL="457200" rtl="0" algn="l">
              <a:spcBef>
                <a:spcPts val="0"/>
              </a:spcBef>
              <a:spcAft>
                <a:spcPts val="0"/>
              </a:spcAft>
              <a:buSzPct val="100000"/>
              <a:buAutoNum type="arabicPeriod"/>
            </a:pPr>
            <a:r>
              <a:rPr lang="en"/>
              <a:t>Ball Logic</a:t>
            </a:r>
            <a:endParaRPr/>
          </a:p>
          <a:p>
            <a:pPr indent="-310832" lvl="1" marL="914400" rtl="0" algn="l">
              <a:spcBef>
                <a:spcPts val="0"/>
              </a:spcBef>
              <a:spcAft>
                <a:spcPts val="0"/>
              </a:spcAft>
              <a:buSzPct val="100000"/>
              <a:buAutoNum type="alphaLcPeriod"/>
            </a:pPr>
            <a:r>
              <a:rPr lang="en"/>
              <a:t>Issues from the displays being interconnected. The displays being connected potentially resulted in the refresh of the ball in the areas of the paddles to be too fast. Made it harder for the user to see ball.</a:t>
            </a:r>
            <a:endParaRPr/>
          </a:p>
          <a:p>
            <a:pPr indent="-310832" lvl="1" marL="914400" rtl="0" algn="l">
              <a:spcBef>
                <a:spcPts val="0"/>
              </a:spcBef>
              <a:spcAft>
                <a:spcPts val="0"/>
              </a:spcAft>
              <a:buSzPct val="100000"/>
              <a:buAutoNum type="alphaLcPeriod"/>
            </a:pPr>
            <a:r>
              <a:rPr lang="en"/>
              <a:t>We split the displays into the game area and the player information. This helped with </a:t>
            </a:r>
            <a:r>
              <a:rPr lang="en"/>
              <a:t>splitting</a:t>
            </a:r>
            <a:r>
              <a:rPr lang="en"/>
              <a:t> up the updates and we were no longer accidentally overwriting player data or the game area </a:t>
            </a:r>
            <a:r>
              <a:rPr lang="en"/>
              <a:t>incorrectly.</a:t>
            </a:r>
            <a:endParaRPr/>
          </a:p>
          <a:p>
            <a:pPr indent="-334327" lvl="0" marL="457200" rtl="0" algn="l">
              <a:spcBef>
                <a:spcPts val="0"/>
              </a:spcBef>
              <a:spcAft>
                <a:spcPts val="0"/>
              </a:spcAft>
              <a:buSzPct val="100000"/>
              <a:buAutoNum type="arabicPeriod"/>
            </a:pPr>
            <a:r>
              <a:rPr lang="en"/>
              <a:t>Paddle Logic</a:t>
            </a:r>
            <a:endParaRPr/>
          </a:p>
          <a:p>
            <a:pPr indent="-310832" lvl="1" marL="914400" rtl="0" algn="l">
              <a:spcBef>
                <a:spcPts val="0"/>
              </a:spcBef>
              <a:spcAft>
                <a:spcPts val="0"/>
              </a:spcAft>
              <a:buSzPct val="100000"/>
              <a:buAutoNum type="alphaLcPeriod"/>
            </a:pPr>
            <a:r>
              <a:rPr lang="en"/>
              <a:t>Paddle tracking was difficult due to finding a specific point to track to make things easier to detect boundaries. Currently, the </a:t>
            </a:r>
            <a:r>
              <a:rPr lang="en"/>
              <a:t>implementation</a:t>
            </a:r>
            <a:r>
              <a:rPr lang="en"/>
              <a:t> is tracking the top most LED of the paddle.</a:t>
            </a:r>
            <a:endParaRPr/>
          </a:p>
          <a:p>
            <a:pPr indent="-310832" lvl="1" marL="914400" rtl="0" algn="l">
              <a:spcBef>
                <a:spcPts val="0"/>
              </a:spcBef>
              <a:spcAft>
                <a:spcPts val="0"/>
              </a:spcAft>
              <a:buSzPct val="100000"/>
              <a:buAutoNum type="alphaLcPeriod"/>
            </a:pPr>
            <a:r>
              <a:rPr lang="en"/>
              <a:t>The coordinate system was flipped, we introduced this somewhere and it was hard getting use to this change which prolonged further progress.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0"/>
          <p:cNvSpPr txBox="1"/>
          <p:nvPr>
            <p:ph type="title"/>
          </p:nvPr>
        </p:nvSpPr>
        <p:spPr>
          <a:xfrm>
            <a:off x="311700" y="2265150"/>
            <a:ext cx="8520600" cy="613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DEMO</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aperback">
  <a:themeElements>
    <a:clrScheme name="Paperback">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